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7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0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1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0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1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1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4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7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7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084E2-05A3-4049-A04E-50C61898C300}" type="datetimeFigureOut">
              <a:rPr lang="en-US" smtClean="0"/>
              <a:t>10/4/2022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A6694-496A-48CF-8717-1BBF212AA4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9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alaxy A33 5G | Samsung Latinoamér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651" y="981858"/>
            <a:ext cx="5856342" cy="488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815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TECHNISTORE LTDA</dc:creator>
  <cp:lastModifiedBy>TECHNISTORE LTDA</cp:lastModifiedBy>
  <cp:revision>1</cp:revision>
  <dcterms:created xsi:type="dcterms:W3CDTF">2022-10-04T17:28:09Z</dcterms:created>
  <dcterms:modified xsi:type="dcterms:W3CDTF">2022-10-04T17:28:21Z</dcterms:modified>
</cp:coreProperties>
</file>