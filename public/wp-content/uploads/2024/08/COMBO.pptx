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BD75A-84BE-4F01-967A-DA18DB8AD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974591-C51C-498D-8F67-EC8548BF8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D51C6C-9F37-47E4-B7F2-A5312D3D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D87B46-B5A3-4E62-83D6-BA563434F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8D367E-77F7-4B0F-8F6A-064A0488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292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50007-7C11-46C0-809B-BFB30830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F49341-9EF2-47DB-BBFB-74F7FF09F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D87C09-065E-4C18-A6A4-DD4D5D30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362794-3A5D-4939-B3EE-73583D58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3DC8D4-0E17-4E35-914F-A78824F1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283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A8912-6DCB-4D81-B5C1-FBA0A6F9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470D08-04AF-475B-A8BB-DCF0A5639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7B7A6A-F247-4829-8D59-0FF27B769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0AEA68-2AB2-401D-A53A-42DCE0FE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62616B-F2CE-4F95-8822-E4D043FE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493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4669C-DAB3-4FAC-A317-AB029882B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0B9D09-EFC0-428F-B52C-1EF539E9E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D3D47D-50D4-4645-848D-A9DD7CE9C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3F75F7-2B10-4B95-8D9C-9C2F52650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BCE227-C018-4730-BA1B-2880A67A1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F6BA23-0C57-48E1-AA69-CB32F9B0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40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76F99-905B-4340-A5F7-2E62ABDB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9EC2CB-D063-4315-95BE-36AF1ED47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CE3216-D2B2-48A5-8545-815D7234C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C0E24A-3EDD-4792-8170-054BEBC99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FEAD5D-B8B6-4AE5-AD96-7A96BF360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2489DBB-570C-4ED3-A933-D70FAEF6D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53D0E1-51D4-494D-A412-2D3EB0A9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4812B0-CB49-4297-92B6-7273B9CA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164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E1E20-131F-4C65-939B-0EA20D15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AAE89C-9AC8-4A8E-A455-3BABCE8D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FA40F3-2DFA-4F10-B449-BBE6B493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B9CE39-B123-4568-B40E-1CDD6C55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058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763FC7-4D90-4E10-9B4D-ADBCB905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500D8C-0A48-4CAD-BC6D-7BF32DED0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D7C7CE-B373-47FA-9116-F4B8D4511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2464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44CFC-056D-45EE-9C7D-CB8F1B20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26B662-EA87-461C-B422-78635EFA2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C277A0-5FA7-41E5-A232-319DF9A87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5A1131-5BD9-4481-9F6F-A21022E0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97DC17-FC2F-4606-B53C-2045B994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FB693E-B333-4E52-B2CC-EA9589E5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973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58052-C3BA-4DA4-BF79-A293F0CA2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94C914-0676-4615-9A1D-E48895624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164451-D000-41CD-9111-B18257CDC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CB9C59-5A6E-479A-936D-1200F461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4B84D6-FD8B-4699-9595-D9874FED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870AD1-762A-4097-A3E5-3E9FBFD2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660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A71A8-0B83-4945-A97A-1C72C3808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EF4E7E-CB5C-41C2-B69B-2ECEF5F45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A04C9F-52F1-4010-B008-FBCBC785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0BE2B8-5D52-44AD-9344-4C25F408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A78F82-915C-4F89-B845-49554B05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535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35F1E1-FA61-43B6-9A20-F7F510CCB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A0887B-FFB4-4429-9A30-90E2CF7CB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89F38A-C6AB-4722-913F-CF5093C8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C0C305-B0EA-4EAF-BE43-B30E9629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512AB1-7A81-4F2C-807A-CB2080B3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5444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2FB9C4-595A-4F86-B6CF-10B2AF5D2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FEC70D-5AA1-4008-8067-A7E1F5B2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99DE32-E675-4CB0-830F-EB1D6817B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A56E6-35A5-449D-B7D8-8F044F0CB9BB}" type="datetimeFigureOut">
              <a:rPr lang="es-CO" smtClean="0"/>
              <a:t>14/08/2024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1DC592-88BE-44C4-B77F-B658B0C8D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781FDE-059E-40ED-B2A8-05C804E3B7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389F0-B2A0-4DC1-9F59-2D090E3EB3D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722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MONITOR LG 27&quot; 27MR400-B FHD IPS HDMI VGA 100HZ 5MS">
            <a:extLst>
              <a:ext uri="{FF2B5EF4-FFF2-40B4-BE49-F238E27FC236}">
                <a16:creationId xmlns:a16="http://schemas.microsoft.com/office/drawing/2014/main" id="{7CAA57A7-A26A-4EB3-8B0E-05F9E6440A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36296" y="879945"/>
            <a:ext cx="143786" cy="14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28" name="Picture 4" descr="LG 27MR400-B 27 Pulgadas Full HD/AMD Freesync/ Panel IPS-1920x1080/ 100 Hz  /ergonómico/Estabilizador de negros PCWARE.COM.CO">
            <a:extLst>
              <a:ext uri="{FF2B5EF4-FFF2-40B4-BE49-F238E27FC236}">
                <a16:creationId xmlns:a16="http://schemas.microsoft.com/office/drawing/2014/main" id="{3A261367-6FF1-4853-B1C0-839407BE0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746" y="601317"/>
            <a:ext cx="5751443" cy="3235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FB59D69-F1E1-C501-67AB-460A71BB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92729"/>
            <a:ext cx="1809988" cy="19389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D750378-5DF9-7C22-9010-94E8649053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375" l="7985" r="95057">
                        <a14:foregroundMark x1="39544" y1="81250" x2="60076" y2="76250"/>
                        <a14:foregroundMark x1="8365" y1="53125" x2="23954" y2="83125"/>
                        <a14:foregroundMark x1="23954" y1="83125" x2="62738" y2="69375"/>
                        <a14:foregroundMark x1="88973" y1="66250" x2="89354" y2="83750"/>
                        <a14:foregroundMark x1="59696" y1="95000" x2="30798" y2="94375"/>
                        <a14:foregroundMark x1="30798" y1="94375" x2="30798" y2="94375"/>
                        <a14:foregroundMark x1="95057" y1="64375" x2="92015" y2="868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1816" y="2672441"/>
            <a:ext cx="2627246" cy="15983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664B79D-7879-F6A5-CF05-7627221C79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25" b="94465" l="6218" r="94819">
                        <a14:foregroundMark x1="30311" y1="94465" x2="38601" y2="91513"/>
                        <a14:foregroundMark x1="94819" y1="33948" x2="90155" y2="49077"/>
                        <a14:foregroundMark x1="6218" y1="38376" x2="8290" y2="457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9062" y="2872345"/>
            <a:ext cx="2276581" cy="159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192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1</cp:revision>
  <dcterms:created xsi:type="dcterms:W3CDTF">2024-08-14T14:57:24Z</dcterms:created>
  <dcterms:modified xsi:type="dcterms:W3CDTF">2024-08-14T14:57:27Z</dcterms:modified>
</cp:coreProperties>
</file>